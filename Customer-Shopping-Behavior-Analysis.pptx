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T Serif"/>
      <p:regular r:id="rId17"/>
    </p:embeddedFont>
    <p:embeddedFont>
      <p:font typeface="PT Serif"/>
      <p:regular r:id="rId18"/>
    </p:embeddedFont>
    <p:embeddedFont>
      <p:font typeface="PT Serif"/>
      <p:regular r:id="rId19"/>
    </p:embeddedFont>
    <p:embeddedFont>
      <p:font typeface="PT Serif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1894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Shopping Behavior Analysis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476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34998"/>
            <a:ext cx="1962745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02983"/>
            <a:ext cx="1690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519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Foundation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384578" y="3681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Total Purchases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18969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Transactions analyzed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26681" y="3681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Points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235893" y="418969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per customer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264973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268783" y="36815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Locations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677995" y="418969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Geographic coverage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48927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Features Tracked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3790" y="560498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subscription status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Purchase details &amp; product categories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Shopping behavior &amp; review ratings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Shipping preferences &amp; payment methods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210" y="515660"/>
            <a:ext cx="1669494" cy="329565"/>
          </a:xfrm>
          <a:prstGeom prst="roundRect">
            <a:avLst>
              <a:gd name="adj" fmla="val 6553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1700" y="608409"/>
            <a:ext cx="143947" cy="143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7561" y="577215"/>
            <a:ext cx="1222653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06210" y="902256"/>
            <a:ext cx="5432227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Preparation Pipeline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10" y="1706880"/>
            <a:ext cx="12417981" cy="55880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76752" y="1958373"/>
            <a:ext cx="2173142" cy="35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Data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976752" y="2406509"/>
            <a:ext cx="2173142" cy="481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raw tables and files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8620" y="3461364"/>
            <a:ext cx="481345" cy="4813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26013" y="6149433"/>
            <a:ext cx="2185082" cy="35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Explore &amp; Clean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126013" y="6597569"/>
            <a:ext cx="2185082" cy="481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Inspect structure and correct errors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7882" y="5216594"/>
            <a:ext cx="481345" cy="4813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51394" y="1916582"/>
            <a:ext cx="2173142" cy="35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Handle Missing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251394" y="2364718"/>
            <a:ext cx="2173142" cy="481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 or remove absent values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9084" y="3413602"/>
            <a:ext cx="481345" cy="4813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400655" y="5973127"/>
            <a:ext cx="2173142" cy="70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Engineer Features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9400655" y="6773875"/>
            <a:ext cx="2173142" cy="481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derived and segmented fields</a:t>
            </a:r>
            <a:endParaRPr lang="en-US" sz="16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2524" y="5216594"/>
            <a:ext cx="481345" cy="4813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06210" y="7455575"/>
            <a:ext cx="12417981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standardized 3,900 records, imputed 37 missing review ratings, and created age groups for segmentation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783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Revenue Insights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162788"/>
            <a:ext cx="4196358" cy="1823680"/>
          </a:xfrm>
          <a:prstGeom prst="roundRect">
            <a:avLst>
              <a:gd name="adj" fmla="val 186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389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Gender Split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589776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$157,890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0604" y="639675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$75,191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162788"/>
            <a:ext cx="4196358" cy="1823680"/>
          </a:xfrm>
          <a:prstGeom prst="roundRect">
            <a:avLst>
              <a:gd name="adj" fmla="val 1866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5443776" y="5389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Avg Purchase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443776" y="589776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$59.76 across all customers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9640133" y="5162788"/>
            <a:ext cx="4196358" cy="1823680"/>
          </a:xfrm>
          <a:prstGeom prst="roundRect">
            <a:avLst>
              <a:gd name="adj" fmla="val 1866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866948" y="5389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Smart Spenders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866948" y="589776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used discounts but spent above average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204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Top Performers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97029"/>
            <a:ext cx="314741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Highest-Rated Products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3790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171712" y="3722608"/>
            <a:ext cx="7806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3.86/5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2894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Gloves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235893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5235893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8613815" y="3722608"/>
            <a:ext cx="7806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3.84/5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893" y="42894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Sandals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677995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677995" y="3722608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3055918" y="3722608"/>
            <a:ext cx="7806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3.82/5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77995" y="42894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Boots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93790" y="5228511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5228511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171712" y="5228511"/>
            <a:ext cx="7806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3.80/5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57953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Hat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5235893" y="5228511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F2EE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35893" y="5228511"/>
            <a:ext cx="3207901" cy="283488"/>
          </a:xfrm>
          <a:prstGeom prst="roundRect">
            <a:avLst>
              <a:gd name="adj" fmla="val 12002"/>
            </a:avLst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13815" y="5228511"/>
            <a:ext cx="7806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3.78/5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235893" y="57953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Skirt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1558"/>
            <a:ext cx="1872972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15395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99542"/>
            <a:ext cx="13286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4852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Segments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1601986" y="40489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Loyal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3790" y="4557117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56108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purchasers driving core revenue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7717" y="4745593"/>
            <a:ext cx="339328" cy="339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37790" y="30040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Returning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9937790" y="3512225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937790" y="401121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Growing engagement potential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4326" y="3361968"/>
            <a:ext cx="339328" cy="3393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937790" y="545663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New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9937790" y="596479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9937790" y="6463784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Fresh acquisition opportunities</a:t>
            </a:r>
            <a:endParaRPr lang="en-US" sz="1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6129218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999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Subscription Analysis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588538" y="357223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27%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428" y="2154555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95074" y="58403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Subscribers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6348532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51633" y="357223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73%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23" y="2154555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58168" y="584037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Non-Subscribers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456884" y="6348532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69665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Similar avg spend ($59.49 vs $59.87), but massive untapped subscription potential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607" y="2768084"/>
            <a:ext cx="4919186" cy="2693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880003"/>
            <a:ext cx="3501509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Power BI Dashboard</a:t>
            </a:r>
            <a:endParaRPr lang="en-US" sz="4650" dirty="0"/>
          </a:p>
        </p:txBody>
      </p:sp>
      <p:sp>
        <p:nvSpPr>
          <p:cNvPr id="5" name="Text 1"/>
          <p:cNvSpPr/>
          <p:nvPr/>
        </p:nvSpPr>
        <p:spPr>
          <a:xfrm>
            <a:off x="4856321" y="285726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48504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visualization tracking revenue by category, age demographics, and subscription metrics in real-time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89948"/>
            <a:ext cx="1401604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612344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57933"/>
            <a:ext cx="8572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06917"/>
            <a:ext cx="737354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Recommendations</a:t>
            </a:r>
            <a:endParaRPr lang="en-US" sz="4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1339"/>
            <a:ext cx="1767840" cy="1767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Boost Subscriptions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93790" y="5650825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to convert 73% non-subscribers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091339"/>
            <a:ext cx="1767840" cy="1767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25278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Loyalty Programs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4125278" y="56508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grow loyal segment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091339"/>
            <a:ext cx="1767840" cy="17678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Review Discounts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456884" y="565082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091339"/>
            <a:ext cx="1767840" cy="17678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88491" y="51426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Targeted Marketing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10788491" y="565082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and express shipping users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7153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855952"/>
            <a:ext cx="3664744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0827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Data-Driven Insights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20604" y="3590925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reveal clear patterns in customer behavior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855952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308276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Growth Opportunities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4912162" y="359092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27% subscription rate shows massive expansion potential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33261"/>
            <a:ext cx="7556421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3600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Strategic Action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20604" y="586823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Targeted recommendations to boost loyalty and revenue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2026-02-14T12:02:30Z</dcterms:created>
  <dcterms:modified xsi:type="dcterms:W3CDTF">2026-02-14T12:02:30Z</dcterms:modified>
</cp:coreProperties>
</file>